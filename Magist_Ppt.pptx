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Arial Black" panose="020B0A0402010202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oIPWCAdZ/yd94TkxJAn/f9rY8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-5925" y="339350"/>
            <a:ext cx="118632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“Evaluation of Magist for ENIAC Partnership”</a:t>
            </a:r>
            <a:endParaRPr b="1"/>
          </a:p>
        </p:txBody>
      </p:sp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667871" y="2246966"/>
            <a:ext cx="10515600" cy="494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Is Magist a suitable partner for Eniac?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Are orders delivered On-Time?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u="sng"/>
              <a:t>Objective: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Product Analysis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Seller Analysis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Delivery Status Analysis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Customer Review Analysis                                                                                          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8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8000"/>
              <a:t>                                                                                                                             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/>
              <a:t>Product Analysis</a:t>
            </a:r>
            <a:endParaRPr b="1" u="sng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6612" y="1310977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Product Sold</a:t>
            </a:r>
            <a:endParaRPr u="sng"/>
          </a:p>
        </p:txBody>
      </p:sp>
      <p:pic>
        <p:nvPicPr>
          <p:cNvPr id="92" name="Google Shape;92;p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341" y="2366682"/>
            <a:ext cx="2850777" cy="43030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>
            <a:spLocks noGrp="1"/>
          </p:cNvSpPr>
          <p:nvPr>
            <p:ph type="body" idx="3"/>
          </p:nvPr>
        </p:nvSpPr>
        <p:spPr>
          <a:xfrm>
            <a:off x="6084887" y="1310977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Revenue</a:t>
            </a:r>
            <a:endParaRPr u="sng"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8120" y="2597019"/>
            <a:ext cx="7252539" cy="407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/>
              <a:t>Seller Analysis</a:t>
            </a:r>
            <a:endParaRPr b="1" u="sng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2"/>
          </p:nvPr>
        </p:nvSpPr>
        <p:spPr>
          <a:xfrm>
            <a:off x="5540188" y="3514165"/>
            <a:ext cx="6233938" cy="344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Limited product variety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Higher dependency on few sellers –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supply risk.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Hard to grow business without strong seller base.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600" y="2005725"/>
            <a:ext cx="3939425" cy="47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495" y="1397405"/>
            <a:ext cx="3193418" cy="60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4227" y="1397405"/>
            <a:ext cx="4138181" cy="914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3675353" y="334645"/>
            <a:ext cx="809085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 dirty="0"/>
              <a:t>Delivery Status Analysis</a:t>
            </a:r>
            <a:endParaRPr b="1" u="sng" dirty="0"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4"/>
          </p:nvPr>
        </p:nvSpPr>
        <p:spPr>
          <a:xfrm>
            <a:off x="4944334" y="1791951"/>
            <a:ext cx="5764306" cy="398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Majority of orders are delivered </a:t>
            </a:r>
            <a:r>
              <a:rPr lang="en-US" sz="2400" b="1" dirty="0" err="1"/>
              <a:t>On_Time</a:t>
            </a:r>
            <a:r>
              <a:rPr lang="en-US" sz="2400" b="1" dirty="0"/>
              <a:t> </a:t>
            </a:r>
            <a:r>
              <a:rPr lang="en-US" sz="2400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delay rate is relatively low.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This indicates that </a:t>
            </a:r>
            <a:r>
              <a:rPr lang="en-US" sz="2400" dirty="0" err="1"/>
              <a:t>Magist</a:t>
            </a:r>
            <a:r>
              <a:rPr lang="en-US" sz="2400" dirty="0"/>
              <a:t> has reliable logistics and delivery performance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4892B3-547D-5719-97E7-D9B6FB37D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1" y="513080"/>
            <a:ext cx="2489850" cy="583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/>
              <a:t>Customer Review Analysis</a:t>
            </a:r>
            <a:endParaRPr b="1" u="sng"/>
          </a:p>
        </p:txBody>
      </p:sp>
      <p:pic>
        <p:nvPicPr>
          <p:cNvPr id="116" name="Google Shape;116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818640"/>
            <a:ext cx="11551920" cy="3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>
            <a:spLocks noGrp="1"/>
          </p:cNvSpPr>
          <p:nvPr>
            <p:ph type="body" idx="2"/>
          </p:nvPr>
        </p:nvSpPr>
        <p:spPr>
          <a:xfrm>
            <a:off x="206188" y="5291324"/>
            <a:ext cx="11833412" cy="156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Non_tech products get more reviews compared to tech products.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Tech products have fewer customer responses or feedback.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Fewer purchases compared to non_tech products.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u="sng"/>
              <a:t>Conclusion</a:t>
            </a:r>
            <a:endParaRPr b="1" u="sng"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Eventhough delivery performance on Magist is reliable, tech products contribute only a small portion of Total revenue.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Limited market presence.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Indicates that Magist is not currently an Ideal platform for Eniac’s High-end Tech_products.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Therefore, we do not recommend a full_scale partnership.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ctrTitle"/>
          </p:nvPr>
        </p:nvSpPr>
        <p:spPr>
          <a:xfrm>
            <a:off x="233082" y="665162"/>
            <a:ext cx="11286565" cy="335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 Black"/>
              <a:buNone/>
            </a:pPr>
            <a:r>
              <a:rPr lang="en-US" sz="7200" b="1"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7200" b="1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Black</vt:lpstr>
      <vt:lpstr>Arial</vt:lpstr>
      <vt:lpstr>Calibri</vt:lpstr>
      <vt:lpstr>Office Theme</vt:lpstr>
      <vt:lpstr>“Evaluation of Magist for ENIAC Partnership”</vt:lpstr>
      <vt:lpstr>Product Analysis</vt:lpstr>
      <vt:lpstr>Seller Analysis</vt:lpstr>
      <vt:lpstr>Delivery Status Analysis</vt:lpstr>
      <vt:lpstr>Customer Review Analysis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manikandan Mohanakrishnan</dc:creator>
  <cp:lastModifiedBy>Venkatesh Venkatasamy</cp:lastModifiedBy>
  <cp:revision>3</cp:revision>
  <dcterms:created xsi:type="dcterms:W3CDTF">2026-04-10T18:08:58Z</dcterms:created>
  <dcterms:modified xsi:type="dcterms:W3CDTF">2026-04-13T19:44:52Z</dcterms:modified>
</cp:coreProperties>
</file>