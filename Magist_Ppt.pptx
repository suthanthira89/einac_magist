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Arial Black" panose="020B0A04020102020204" pitchFamily="34" charset="0"/>
      <p:regular r:id="rId10"/>
      <p:bold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hoIPWCAdZ/yd94TkxJAn/f9rY8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" name="Google Shape;1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0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0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0" name="Google Shape;20;p10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" name="Google Shape;21;p10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" name="Google Shape;22;p10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" name="Google Shape;23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title"/>
          </p:nvPr>
        </p:nvSpPr>
        <p:spPr>
          <a:xfrm>
            <a:off x="-5925" y="339350"/>
            <a:ext cx="11863200" cy="145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/>
              <a:t>“Evaluation of Magist for ENIAC Partnership”</a:t>
            </a:r>
            <a:endParaRPr b="1"/>
          </a:p>
        </p:txBody>
      </p:sp>
      <p:sp>
        <p:nvSpPr>
          <p:cNvPr id="85" name="Google Shape;85;p1"/>
          <p:cNvSpPr txBox="1">
            <a:spLocks noGrp="1"/>
          </p:cNvSpPr>
          <p:nvPr>
            <p:ph type="body" idx="1"/>
          </p:nvPr>
        </p:nvSpPr>
        <p:spPr>
          <a:xfrm>
            <a:off x="667871" y="2246966"/>
            <a:ext cx="10515600" cy="4942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Is Magist a suitable partner for Eniac?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Are orders delivered On-Time?</a:t>
            </a:r>
            <a:endParaRPr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32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3200" u="sng"/>
              <a:t>Objective: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Product Analysis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Seller Analysis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Delivery Status Analysis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•"/>
            </a:pPr>
            <a:r>
              <a:rPr lang="en-US" sz="3200"/>
              <a:t>Customer Review Analysis                                                                                           </a:t>
            </a:r>
            <a:endParaRPr/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endParaRPr sz="8000"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None/>
            </a:pPr>
            <a:r>
              <a:rPr lang="en-US" sz="8000"/>
              <a:t>                                                                                                                                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u="sng"/>
              <a:t>Product Analysis</a:t>
            </a:r>
            <a:endParaRPr b="1" u="sng"/>
          </a:p>
        </p:txBody>
      </p:sp>
      <p:sp>
        <p:nvSpPr>
          <p:cNvPr id="91" name="Google Shape;91;p2"/>
          <p:cNvSpPr txBox="1">
            <a:spLocks noGrp="1"/>
          </p:cNvSpPr>
          <p:nvPr>
            <p:ph type="body" idx="1"/>
          </p:nvPr>
        </p:nvSpPr>
        <p:spPr>
          <a:xfrm>
            <a:off x="836612" y="1310977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u="sng"/>
              <a:t>Product Sold</a:t>
            </a:r>
            <a:endParaRPr u="sng"/>
          </a:p>
        </p:txBody>
      </p:sp>
      <p:pic>
        <p:nvPicPr>
          <p:cNvPr id="92" name="Google Shape;92;p2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21341" y="2366682"/>
            <a:ext cx="2850777" cy="430305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 txBox="1">
            <a:spLocks noGrp="1"/>
          </p:cNvSpPr>
          <p:nvPr>
            <p:ph type="body" idx="3"/>
          </p:nvPr>
        </p:nvSpPr>
        <p:spPr>
          <a:xfrm>
            <a:off x="6084887" y="1310977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u="sng"/>
              <a:t>Revenue</a:t>
            </a:r>
            <a:endParaRPr u="sng"/>
          </a:p>
        </p:txBody>
      </p:sp>
      <p:pic>
        <p:nvPicPr>
          <p:cNvPr id="94" name="Google Shape;94;p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18120" y="2597019"/>
            <a:ext cx="7252539" cy="40727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u="sng"/>
              <a:t>Seller Analysis</a:t>
            </a:r>
            <a:endParaRPr b="1" u="sng"/>
          </a:p>
        </p:txBody>
      </p:sp>
      <p:sp>
        <p:nvSpPr>
          <p:cNvPr id="100" name="Google Shape;100;p3"/>
          <p:cNvSpPr txBox="1">
            <a:spLocks noGrp="1"/>
          </p:cNvSpPr>
          <p:nvPr>
            <p:ph type="body" idx="2"/>
          </p:nvPr>
        </p:nvSpPr>
        <p:spPr>
          <a:xfrm>
            <a:off x="5540188" y="3514165"/>
            <a:ext cx="6233938" cy="3442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Limited product variety 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Higher dependency on few sellers –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sz="2400"/>
              <a:t>     supply risk.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Hard to grow business without strong seller base.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101" name="Google Shape;101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89600" y="2005725"/>
            <a:ext cx="3939425" cy="474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3495" y="1397405"/>
            <a:ext cx="3193418" cy="608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564227" y="1397405"/>
            <a:ext cx="4138181" cy="9145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u="sng"/>
              <a:t>Delivery Status Analysis</a:t>
            </a:r>
            <a:endParaRPr b="1" u="sng"/>
          </a:p>
        </p:txBody>
      </p:sp>
      <p:sp>
        <p:nvSpPr>
          <p:cNvPr id="109" name="Google Shape;109;p4"/>
          <p:cNvSpPr txBox="1">
            <a:spLocks noGrp="1"/>
          </p:cNvSpPr>
          <p:nvPr>
            <p:ph type="body" idx="4"/>
          </p:nvPr>
        </p:nvSpPr>
        <p:spPr>
          <a:xfrm>
            <a:off x="6427694" y="2167871"/>
            <a:ext cx="5764306" cy="39843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Majority of orders are delivered </a:t>
            </a:r>
            <a:r>
              <a:rPr lang="en-US" sz="2400" b="1"/>
              <a:t>On_Time </a:t>
            </a:r>
            <a:r>
              <a:rPr lang="en-US" sz="2400"/>
              <a:t>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The delay rate is relatively low.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Unknown delivery indicates missing or incomplete tracking data.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This indicates that Magist has reliable logistics and delivery performance</a:t>
            </a:r>
            <a:r>
              <a:rPr lang="en-US"/>
              <a:t>.</a:t>
            </a: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pic>
        <p:nvPicPr>
          <p:cNvPr id="110" name="Google Shape;110;p4"/>
          <p:cNvPicPr preferRelativeResize="0">
            <a:picLocks noGrp="1"/>
          </p:cNvPicPr>
          <p:nvPr>
            <p:ph type="body" idx="2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462012" y="2378141"/>
            <a:ext cx="5844900" cy="335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u="sng"/>
              <a:t>Customer Review Analysis</a:t>
            </a:r>
            <a:endParaRPr b="1" u="sng"/>
          </a:p>
        </p:txBody>
      </p:sp>
      <p:pic>
        <p:nvPicPr>
          <p:cNvPr id="116" name="Google Shape;116;p5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367512" y="2034223"/>
            <a:ext cx="11457000" cy="291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5"/>
          <p:cNvSpPr txBox="1">
            <a:spLocks noGrp="1"/>
          </p:cNvSpPr>
          <p:nvPr>
            <p:ph type="body" idx="2"/>
          </p:nvPr>
        </p:nvSpPr>
        <p:spPr>
          <a:xfrm>
            <a:off x="206188" y="5291324"/>
            <a:ext cx="11833412" cy="1566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Non_tech products get more reviews compared to tech products.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Tech products have fewer customer responses or feedback.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Fewer purchases compared to non_tech products.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b="1" u="sng"/>
              <a:t>Conclusion</a:t>
            </a:r>
            <a:endParaRPr b="1" u="sng"/>
          </a:p>
        </p:txBody>
      </p:sp>
      <p:sp>
        <p:nvSpPr>
          <p:cNvPr id="123" name="Google Shape;123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76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228600" lvl="0" indent="-762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endParaRPr sz="2400"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Eventhough delivery performance on Magist is reliable, tech products contribute only a small portion of Total revenue.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Limited market presence.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Indicates that Magist is not currently an Ideal platform for Eniac’s High-end Tech_products.</a:t>
            </a:r>
            <a:endParaRPr/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sz="2400"/>
              <a:t>Therefore, we do not recommend a full_scale partnership.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"/>
          <p:cNvSpPr txBox="1">
            <a:spLocks noGrp="1"/>
          </p:cNvSpPr>
          <p:nvPr>
            <p:ph type="ctrTitle"/>
          </p:nvPr>
        </p:nvSpPr>
        <p:spPr>
          <a:xfrm>
            <a:off x="233082" y="665162"/>
            <a:ext cx="11286565" cy="335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200"/>
              <a:buFont typeface="Arial Black"/>
              <a:buNone/>
            </a:pPr>
            <a:r>
              <a:rPr lang="en-US" sz="7200" b="1">
                <a:latin typeface="Arial Black"/>
                <a:ea typeface="Arial Black"/>
                <a:cs typeface="Arial Black"/>
                <a:sym typeface="Arial Black"/>
              </a:rPr>
              <a:t>Thank you</a:t>
            </a:r>
            <a:endParaRPr sz="7200" b="1">
              <a:latin typeface="Arial Black"/>
              <a:ea typeface="Arial Black"/>
              <a:cs typeface="Arial Black"/>
              <a:sym typeface="Arial Black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</Words>
  <Application>Microsoft Office PowerPoint</Application>
  <PresentationFormat>Widescreen</PresentationFormat>
  <Paragraphs>38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</vt:lpstr>
      <vt:lpstr>Arial Black</vt:lpstr>
      <vt:lpstr>Arial</vt:lpstr>
      <vt:lpstr>Office Theme</vt:lpstr>
      <vt:lpstr>“Evaluation of Magist for ENIAC Partnership”</vt:lpstr>
      <vt:lpstr>Product Analysis</vt:lpstr>
      <vt:lpstr>Seller Analysis</vt:lpstr>
      <vt:lpstr>Delivery Status Analysis</vt:lpstr>
      <vt:lpstr>Customer Review Analysis</vt:lpstr>
      <vt:lpstr>Conclusion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manikandan Mohanakrishnan</dc:creator>
  <cp:lastModifiedBy>Venkatesh Venkatasamy</cp:lastModifiedBy>
  <cp:revision>1</cp:revision>
  <dcterms:created xsi:type="dcterms:W3CDTF">2026-04-10T18:08:58Z</dcterms:created>
  <dcterms:modified xsi:type="dcterms:W3CDTF">2026-04-13T14:11:48Z</dcterms:modified>
</cp:coreProperties>
</file>